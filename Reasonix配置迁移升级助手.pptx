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Reasonix 配置迁移升级助手</a:t>
            </a:r>
          </a:p>
          <a:p>
            <a:pPr algn="ctr">
              <a:defRPr sz="2400">
                <a:solidFill>
                  <a:srgbClr val="CCCCCC"/>
                </a:solidFill>
              </a:defRPr>
            </a:pPr>
            <a:r>
              <a:t>从 0.53 到新版，一键迁移，旧对话不丢失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AAFF"/>
                </a:solidFill>
              </a:defRPr>
            </a:pPr>
            <a:r>
              <a:t>github.com/CS-Faith/reasonix-migration-assistant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制作初衷 — 为什么做这个工具？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痛点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升级 Reasonix 后，旧版十几轮、几十轮的聊天记录全部丢失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0.53 里积累了上百条对话，每一轮都有调试结果、业务逻辑、灵感碎片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MCP 插件配置要手动重配，费时费力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场景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场景 A：公司电脑装的新版，C 盘有 0.53 老数据，聊天记录全无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场景 B：U 盘便携版插到新电脑，历史对话一片空白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决定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读源码、反推数据结构、写自动化脚本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做一款工具：零配置、双击运行、数秒完成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目标 — 迁移什么？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对话记录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完整迁移到新版历史对话列表，可随时打开继续交流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MCP 插件配置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JSON → TOML 自动转换，无需手动重配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记忆文档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全局记忆 + 项目记忆，一个不少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运行指标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Token 用量、缓存命中率、费用、依赖文件列表，统统带着走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Skill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新版原生支持，无需额外操作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技术实现 — 整体架构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技术栈：PowerShell 5.1 + BAT 引导脚本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核心文件：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0.53配置迁移到1.X.bat — 用户入口，中文菜单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Migrate-053to1X.ps1 — 核心脚本，346 行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执行流程（4 步）：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[1/4] MCP 迁移 — config.json → config.toml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[2/4] 会话迁移 — 重命名 + 四件套（meta/telemetry/ckpt）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[3/4] 记忆迁移 — memory/ 目录完整复制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[4/4] 历史发现 — 分配 topic_id + 清标题文件 + 放迁移标记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双场景共享：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检测逻辑分叉（C 盘扫描 / 便携自定位），后续 4 步完全统一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技术实现 — 关键难点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数据格式逆向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通过阅读 GitHub Go 源码，反推 BranchMeta/telemetry/ckpt 格式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snake_case JSON 字段名、RFC3339 时间格式、omitempty 处理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BOM 陷阱 (最隐蔽的 bug)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PowerShell Set-Content 默认写入 UTF-8 BOM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Go json.Unmarshal 不跳过 BOM → meta 解析失败 → 会话打不开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解决：全程使用 [System.IO.File]::WriteAllText + 无 BOM 编码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侧边栏污染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orderedTopicIDs() 遍历 titleMap 所有 key，不限于 globalTopics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解决：清空 desktop-topic-titles.json + 放置迁移标记文件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readFiles 提取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从 0.53 jsonl 的工具调用记录中解析 read_file 路径和参数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使用方法 — 场景一：标准升级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适用：C 盘安装版 0.53 → 已装新版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步骤：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1. 确保新版 Reasonix 已安装并至少启动过一次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2. 双击「0.53配置迁移到1.X.bat」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3. 选择 [1] 标准升级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4. 工具自动检测 C 盘数据，执行迁移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5. 启动新版 Reasonix → 点击「历史对话」查看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效果：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✅ 侧边栏不受影响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✅ 历史对话列表显示全部迁移会话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✅ 每条会话保留原始对话标题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✅ 打开会话可继续未完成的对话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使用方法 — 场景二：便携版升级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适用：U 盘 / 同步盘便携版 0.53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步骤：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1. 把 bat + ps1 两个文件复制到便携版 Reasonix 根目录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2. 在便携版目录内双击 bat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3. 选择 [2] 便携版升级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4. 工具自动读取当前目录的 .reasonix 数据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5. 启动新版 Reasonix → 点击「历史对话」查看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注意：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⚠ bat 文件必须放在便携版根目录下运行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⚠ 不要在 C 盘迁移工具目录下选 [2]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安全保障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迁移前自动备份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新版 %APPDATA%\reasonix\ 自动备份到 reasonix.backup-&lt;时间戳&gt;\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幂等性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重复运行不会重复迁移，已存在的文件自动跳过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纯本地操作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不联网，不上传数据，所有操作在本地完成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预览模式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选 [3] 预览，只看不写，完全安全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▎ 无依赖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Windows PowerShell 5.1+ 即可，无需管理员权限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  • 不依赖任何第三方软件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开源 &amp; 致谢</a:t>
            </a:r>
          </a:p>
          <a:p>
            <a:pPr algn="ctr">
              <a:spcAft>
                <a:spcPts val="400"/>
              </a:spcAft>
              <a:defRPr sz="2000">
                <a:solidFill>
                  <a:srgbClr val="88AAFF"/>
                </a:solidFill>
              </a:defRPr>
            </a:pPr>
            <a:r>
              <a:t>github.com/CS-Faith/reasonix-migration-assistant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</a:p>
          <a:p>
            <a:pPr algn="ctr">
              <a:spcAft>
                <a:spcPts val="400"/>
              </a:spcAft>
              <a:defRPr sz="1800">
                <a:solidFill>
                  <a:srgbClr val="CCCCCC"/>
                </a:solidFill>
              </a:defRPr>
            </a:pPr>
            <a:r>
              <a:t>MIT 协议，欢迎 Star / Fork / PR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</a:p>
          <a:p>
            <a:pPr algn="ctr"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仓库包含：</a:t>
            </a:r>
          </a:p>
          <a:p>
            <a:pPr algn="ctr">
              <a:spcAft>
                <a:spcPts val="400"/>
              </a:spcAft>
              <a:defRPr sz="1600">
                <a:solidFill>
                  <a:srgbClr val="AAAAAA"/>
                </a:solidFill>
              </a:defRPr>
            </a:pPr>
            <a:r>
              <a:t>  • 完整源码（bat + ps1）</a:t>
            </a:r>
          </a:p>
          <a:p>
            <a:pPr algn="ctr">
              <a:spcAft>
                <a:spcPts val="400"/>
              </a:spcAft>
              <a:defRPr sz="1600">
                <a:solidFill>
                  <a:srgbClr val="AAAAAA"/>
                </a:solidFill>
              </a:defRPr>
            </a:pPr>
            <a:r>
              <a:t>  • 技术实现文档（中英双语）</a:t>
            </a:r>
          </a:p>
          <a:p>
            <a:pPr algn="ctr">
              <a:spcAft>
                <a:spcPts val="400"/>
              </a:spcAft>
              <a:defRPr sz="1600">
                <a:solidFill>
                  <a:srgbClr val="AAAAAA"/>
                </a:solidFill>
              </a:defRPr>
            </a:pPr>
            <a:r>
              <a:t>  • 研发纪实（踩坑全记录）</a:t>
            </a:r>
          </a:p>
          <a:p>
            <a:pPr algn="ctr">
              <a:spcAft>
                <a:spcPts val="400"/>
              </a:spcAft>
              <a:defRPr sz="1600">
                <a:solidFill>
                  <a:srgbClr val="AAAAAA"/>
                </a:solidFill>
              </a:defRPr>
            </a:pPr>
            <a:r>
              <a:t>  • 微信公众号文章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