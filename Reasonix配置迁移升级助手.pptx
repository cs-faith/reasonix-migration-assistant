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</a:defRPr>
            </a:pPr>
            <a:r>
              <a:t>Reasonix 配置迁移升级助手</a:t>
            </a:r>
          </a:p>
          <a:p>
            <a:pPr algn="ctr">
              <a:spcBef>
                <a:spcPts val="1200"/>
              </a:spcBef>
              <a:defRPr sz="2200">
                <a:solidFill>
                  <a:srgbClr val="4FC3F7"/>
                </a:solidFill>
              </a:defRPr>
            </a:pPr>
            <a:r>
              <a:t>从 0.53 到 1.X，扒源码 · 反推格式 · 346 行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99999"/>
                </a:solidFill>
              </a:defRPr>
            </a:pPr>
            <a:r>
              <a:t>把一百轮旧对话，完整搬进新版</a:t>
            </a:r>
          </a:p>
          <a:p>
            <a:pPr algn="ctr">
              <a:spcBef>
                <a:spcPts val="3000"/>
              </a:spcBef>
              <a:defRPr sz="1600">
                <a:solidFill>
                  <a:srgbClr val="88AAFF"/>
                </a:solidFill>
              </a:defRPr>
            </a:pPr>
            <a:r>
              <a:t>github.com/CS-Faith/reasonix-migration-assistant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升级困境：数据结构完全变了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📁  0.53 旧版结构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desktop-202605270312-1.jsonl      对话内容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desktop-202605270312-1.meta.json  元数据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单文件 + 单 meta，简单但孤岛</a:t>
            </a:r>
          </a:p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📦  1.X 新版结构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YYYYMMDD-HHMM00.jsonl             对话内容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YYYYMMDD-HHMM00.jsonl.meta        分支元数据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YYYYMMDD-HHMM00.telemetry.json    运行指标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YYYYMMDD-HHMM00.ckpt/            检查点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四件套，命名规整但互相关联</a:t>
            </a:r>
          </a:p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❓  直接复制？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文件名不同 → 不认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meta 字段名不同（camelCase vs snake_case）→ 不认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缺少 telemetry / ckpt → 打不开会话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结论：必须按新版格式重新生成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C4DFF"/>
                </a:solidFill>
              </a:defRPr>
            </a:pPr>
            <a:r>
              <a:t>唯一办法：读 GitHub 源码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从 0.53 到 1.x，数据目录结构完全不同。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老版命名 desktop-YYYYMMDDHHMM-N.jsonl，新版是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YYYYMMDD-HHMM00.000000000-deepseek-v4-flash。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直接复制过去，新版完全不认——文件名不匹配、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meta 字段名不匹配、缺少 telemetry 和 ckpt。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没有文档。没有迁移指南。没有现成工具。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唯一的办法：clone GitHub 仓库，打开 Go 源码，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从 struct tag 里读字段名，从函数签名里推逻辑。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技术细节 ①：反推 BranchMeta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C4DFF"/>
                </a:solidFill>
              </a:defRPr>
            </a:pPr>
            <a:r>
              <a:t>Go 源码 — branch.go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5486400" cy="292608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type BranchMeta struct {</a:t>
            </a:r>
            <a:br/>
            <a:r>
              <a:t>    ID            string    `json:"id"`</a:t>
            </a:r>
            <a:br/>
            <a:r>
              <a:t>    CreatedAt     time.Time `json:"created_at"`</a:t>
            </a:r>
            <a:br/>
            <a:r>
              <a:t>    UpdatedAt     time.Time `json:"updated_at"`</a:t>
            </a:r>
            <a:br/>
            <a:r>
              <a:t>    Scope         string    `json:"scope,omitempty"`</a:t>
            </a:r>
            <a:br/>
            <a:r>
              <a:t>    WorkspaceRoot string    `json:"workspace_root,omitempty"`</a:t>
            </a:r>
            <a:br/>
            <a:r>
              <a:t>    TopicID       string    `json:"topic_id,omitempty"`</a:t>
            </a:r>
            <a:br/>
            <a:r>
              <a:t>    TopicTitle    string    `json:"topic_title,omitempty"`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280160"/>
            <a:ext cx="4846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7C4DFF"/>
                </a:solidFill>
              </a:defRPr>
            </a:pPr>
            <a:r>
              <a:t>三 个 关 键 教 训</a:t>
            </a:r>
          </a:p>
          <a:p/>
          <a:p>
            <a:pPr>
              <a:spcAft>
                <a:spcPts val="200"/>
              </a:spcAft>
              <a:defRPr sz="1800" b="1">
                <a:solidFill>
                  <a:srgbClr val="FF7050"/>
                </a:solidFill>
              </a:defRPr>
            </a:pPr>
            <a:r>
              <a:t>1  snake_case，不是 camelCase</a:t>
            </a:r>
          </a:p>
          <a:p>
            <a:pPr>
              <a:spcAft>
                <a:spcPts val="200"/>
              </a:spcAft>
              <a:defRPr sz="1800" b="0">
                <a:solidFill>
                  <a:srgbClr val="2D2D3F"/>
                </a:solidFill>
              </a:defRPr>
            </a:pPr>
            <a:r>
              <a:t>   最初写成 "topicId"、"workspaceRoot"——新版不理。</a:t>
            </a:r>
          </a:p>
          <a:p>
            <a:pPr>
              <a:spcAft>
                <a:spcPts val="200"/>
              </a:spcAft>
              <a:defRPr sz="1800" b="0">
                <a:solidFill>
                  <a:srgbClr val="2D2D3F"/>
                </a:solidFill>
              </a:defRPr>
            </a:pPr>
            <a:r>
              <a:t>   必须从 struct tag `json:"..."` 里读字段名，不能猜。</a:t>
            </a:r>
          </a:p>
          <a:p/>
          <a:p>
            <a:pPr>
              <a:spcAft>
                <a:spcPts val="200"/>
              </a:spcAft>
              <a:defRPr sz="1800" b="1">
                <a:solidFill>
                  <a:srgbClr val="FF7050"/>
                </a:solidFill>
              </a:defRPr>
            </a:pPr>
            <a:r>
              <a:t>2  RFC3339 时间格式</a:t>
            </a:r>
          </a:p>
          <a:p>
            <a:pPr>
              <a:spcAft>
                <a:spcPts val="200"/>
              </a:spcAft>
              <a:defRPr sz="1800" b="0">
                <a:solidFill>
                  <a:srgbClr val="2D2D3F"/>
                </a:solidFill>
              </a:defRPr>
            </a:pPr>
            <a:r>
              <a:t>   "2026-06-04T07:41:03Z" — 精确到秒即可。</a:t>
            </a:r>
          </a:p>
          <a:p/>
          <a:p>
            <a:pPr>
              <a:spcAft>
                <a:spcPts val="200"/>
              </a:spcAft>
              <a:defRPr sz="1800" b="1">
                <a:solidFill>
                  <a:srgbClr val="FF7050"/>
                </a:solidFill>
              </a:defRPr>
            </a:pPr>
            <a:r>
              <a:t>3  omitempty = 可省略，但要不要省略是策略问题</a:t>
            </a:r>
          </a:p>
          <a:p>
            <a:pPr>
              <a:spcAft>
                <a:spcPts val="200"/>
              </a:spcAft>
              <a:defRPr sz="1800" b="0">
                <a:solidFill>
                  <a:srgbClr val="2D2D3F"/>
                </a:solidFill>
              </a:defRPr>
            </a:pPr>
            <a:r>
              <a:t>   留空 topic_id → 新版自动分配（会污染侧边栏）</a:t>
            </a:r>
          </a:p>
          <a:p>
            <a:pPr>
              <a:spcAft>
                <a:spcPts val="200"/>
              </a:spcAft>
              <a:defRPr sz="1800" b="0">
                <a:solidFill>
                  <a:srgbClr val="2D2D3F"/>
                </a:solidFill>
              </a:defRPr>
            </a:pPr>
            <a:r>
              <a:t>   预填 topic_id → 侧边栏干净，但需额外处理标题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技术细节 ②：反推 telemetry + readFiles + ckpt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📊  telemetry.json — 老字段 → 新字段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lastPromptTokens  →  promptTokens               最后一次请求 prompt token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totalCompletionTokens  →  completionTokens       总输出 token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cacheHitTokens / cacheMissTokens  →  同名字段    缓存命中 / 未命中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totalCostUsd  →  sessionCost / sessionCostUsd    费用</a:t>
            </a:r>
          </a:p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⚠  魔鬼细节：requestCount 必须 ≥ 1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loadTelemetry() 源码判断：if snapshot.Usage.RequestCount &gt; 0 { 加载 }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注意是 &gt; 不是 &gt;=。写 0 → 全部指标不显示。填 1 → 正常。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不看源码，这个 bug 永远找不到。</a:t>
            </a:r>
          </a:p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📎  readFiles — 从 jsonl 里提取 read_file 调用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遍历老版 jsonl → 匹配 tool_calls[].function.name == "read_file"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提取 path / offset / limit / turn → 组装成新版 readFileRecord 数组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从老版会话里提取了 190 条依赖文件记录。</a:t>
            </a:r>
          </a:p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💾  ckpt — 每个用户消息一个 turn-N.json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{"turn":N,"time":"..","prompt":"前500字","msgIndex":行号,"files":null}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最惨烈的坑：BOM 问题 — 修了 123 个文件才定位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7050"/>
                </a:solidFill>
              </a:defRPr>
            </a:pPr>
            <a:r>
              <a:t>症 状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历史对话列表能看到迁移的会话 ✓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标题正确 ✓  轮数正确 ✓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点「打开会话」→  永远报错 ✗</a:t>
            </a:r>
          </a:p>
          <a:p>
            <a:pPr>
              <a:spcAft>
                <a:spcPts val="800"/>
              </a:spcAft>
            </a:pPr>
          </a:p>
          <a:p>
            <a:pPr>
              <a:defRPr sz="2200" b="1">
                <a:solidFill>
                  <a:srgbClr val="66BB6A"/>
                </a:solidFill>
              </a:defRPr>
            </a:pPr>
            <a:r>
              <a:t>根 因 追 踪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1. findTopicSession() → LoadBranchMeta()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2. LoadBranchMeta() → Go json.Unmarshal()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3. Go json.Unmarshal 不跳过 BOM (0xEF BB BF)</a:t>
            </a:r>
          </a:p>
          <a:p>
            <a:pPr>
              <a:spcAft>
                <a:spcPts val="200"/>
              </a:spcAft>
              <a:defRPr sz="1600">
                <a:solidFill>
                  <a:srgbClr val="2D2D3F"/>
                </a:solidFill>
              </a:defRPr>
            </a:pPr>
            <a:r>
              <a:t>4. PowerShell Set-Content -Encoding UTF8 默认写入 BOM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4DFF"/>
                </a:solidFill>
              </a:defRPr>
            </a:pPr>
            <a:r>
              <a:t>流 程 对 比</a:t>
            </a:r>
          </a:p>
          <a:p>
            <a:pPr>
              <a:spcAft>
                <a:spcPts val="800"/>
              </a:spcAft>
            </a:pPr>
          </a:p>
          <a:p>
            <a:pPr>
              <a:defRPr sz="2000" b="1">
                <a:solidFill>
                  <a:srgbClr val="FF7050"/>
                </a:solidFill>
              </a:defRPr>
            </a:pPr>
            <a:r>
              <a:t>这 个 bug 修 了 123 个 meta 文 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828800"/>
            <a:ext cx="5303520" cy="13716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# ❌ Set-Content  (有 BOM)</a:t>
            </a:r>
            <a:br/>
            <a:r>
              <a:t>Set-Content $path $data -Encoding UTF8</a:t>
            </a:r>
            <a:br/>
            <a:r>
              <a:t># → 文件: EF BB BF 7B 22 ...</a:t>
            </a:r>
            <a:br/>
            <a:r>
              <a:t># → Go 解析: 非法字符 → 失败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474720"/>
            <a:ext cx="5303520" cy="13716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# ✅ WriteAllText  (无 BOM)</a:t>
            </a:r>
            <a:br/>
            <a:r>
              <a:t>$enc = [Text.UTF8Encoding]::new($false)</a:t>
            </a:r>
            <a:br/>
            <a:r>
              <a:t>[IO.File]::WriteAllText($path, $data, $enc)</a:t>
            </a:r>
            <a:br/>
            <a:r>
              <a:t># → 文件: 7B 22 69 64 22 ...</a:t>
            </a:r>
            <a:br/>
            <a:r>
              <a:t># → Go 解析: 成功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技术细节 ③：侧边栏为什么被刷屏？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7C4DFF"/>
                </a:solidFill>
              </a:defRPr>
            </a:pPr>
            <a:r>
              <a:t>orderedTopicIDs() — tabs.go 第 1519 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6583680" cy="256032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func orderedTopicIDs(explicit []string, titleMap map[string]string) {</a:t>
            </a:r>
            <a:br/>
            <a:r>
              <a:t>    for _, tid := range explicit {</a:t>
            </a:r>
            <a:br/>
            <a:r>
              <a:t>        out = append(out, tid)   // ← 显式列表</a:t>
            </a:r>
            <a:br/>
            <a:r>
              <a:t>    }</a:t>
            </a:r>
            <a:br/>
            <a:r>
              <a:t>    for tid := range titleMap {  // ← 遍历 titleMap 所有 key！</a:t>
            </a:r>
            <a:br/>
            <a:r>
              <a:t>        if !seen[tid] {</a:t>
            </a:r>
            <a:br/>
            <a:r>
              <a:t>            out = append(out, tid)</a:t>
            </a:r>
            <a:br/>
            <a:r>
              <a:t>        }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7050"/>
                </a:solidFill>
              </a:defRPr>
            </a:pPr>
            <a:r>
              <a:t>即使 desktop-projects.json 里 globalTopics 为空，只要 desktop-topic-titles.json 有 128 个 key，侧边栏就显示 128 条。</a:t>
            </a:r>
          </a:p>
          <a:p>
            <a:pPr>
              <a:spcBef>
                <a:spcPts val="800"/>
              </a:spcBef>
              <a:defRPr sz="1800">
                <a:solidFill>
                  <a:srgbClr val="66BB6A"/>
                </a:solidFill>
              </a:defRPr>
            </a:pPr>
            <a:r>
              <a:t>解决：迁移前清空两个 title 文件 + 放 .legacy-imported.v2-routed 标记阻止新版自动扫描。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2801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1800" b="1">
                <a:solidFill>
                  <a:srgbClr val="4FC3F7"/>
                </a:solidFill>
              </a:defRPr>
            </a:pPr>
            <a:r>
              <a:t>  三小时追踪过程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以为是 desktop-projects.json 的问题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→ 清空，无效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→ 删除，无效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→ 放标记，无效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最后逐行跟踪 ListProjectTree()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→ 发现 orderedTopicIDs 的 titleMap 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技术细节 ④：MCP — 从 JSON 到 TOML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999999"/>
                </a:solidFill>
              </a:defRPr>
            </a:pPr>
            <a:r>
              <a:t>老版 — config.json (JSON)</a:t>
            </a:r>
          </a:p>
          <a:p>
            <a:pPr>
              <a:spcAft>
                <a:spcPts val="1200"/>
              </a:spcAft>
            </a:pPr>
          </a:p>
          <a:p>
            <a:pPr>
              <a:defRPr sz="1800" b="1">
                <a:solidFill>
                  <a:srgbClr val="66BB6A"/>
                </a:solidFill>
              </a:defRPr>
            </a:pPr>
            <a:r>
              <a:t>新版 — config.toml (TOML)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760720" cy="1828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{</a:t>
            </a:r>
            <a:br/>
            <a:r>
              <a:t>  "mcp": {</a:t>
            </a:r>
            <a:br/>
            <a:r>
              <a:t>    "image-analyzer": {</a:t>
            </a:r>
            <a:br/>
            <a:r>
              <a:t>      "command": "C:/path/python.exe",</a:t>
            </a:r>
            <a:br/>
            <a:r>
              <a:t>      "args": ["C:/path/server.py"]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760720" cy="1828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[[plugins]]</a:t>
            </a:r>
            <a:br/>
            <a:r>
              <a:t>name = "image-analyzer"</a:t>
            </a:r>
            <a:br/>
            <a:r>
              <a:t>command = 'C:/path/python.exe'</a:t>
            </a:r>
            <a:br/>
            <a:r>
              <a:t>args = ['C:/path/server.py']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280160"/>
            <a:ext cx="5029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⚠  Windows 路径用单引号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双引号 → TOML 把 "\" 当转义 → 路径损坏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单引号 → 原样保留 → 正确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🔄  避免重复添加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检查 config.toml 是否已有 [[plugins]]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已有 → 跳过；没有 → 追加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📋  支持两种老版格式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数组格式: ["name=cmd args"]</a:t>
            </a:r>
          </a:p>
          <a:p>
            <a:pPr>
              <a:spcAft>
                <a:spcPts val="200"/>
              </a:spcAft>
              <a:defRPr sz="1700">
                <a:solidFill>
                  <a:srgbClr val="2D2D3F"/>
                </a:solidFill>
              </a:defRPr>
            </a:pPr>
            <a:r>
              <a:t>     对象格式: {"name": {command, args}}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架构设计：一次检测，四步共享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C4DFF"/>
                </a:solidFill>
              </a:defRPr>
            </a:pPr>
            <a:r>
              <a:t>核心脚本 — 346 行 PowerShell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11247120" cy="146304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defRPr sz="1300">
                <a:solidFill>
                  <a:srgbClr val="A5D6FF"/>
                </a:solidFill>
                <a:latin typeface="Consolas"/>
              </a:defRPr>
            </a:pPr>
            <a:r>
              <a:t>Migrate-053to1X.ps1</a:t>
            </a:r>
            <a:br/>
            <a:r>
              <a:t>  ├── 源检测  ─┬─ [1] C盘扫描  ────→  $srcRoot</a:t>
            </a:r>
            <a:br/>
            <a:r>
              <a:t>  │            └─ [2] 脚本目录定位 ─→  $srcRoot</a:t>
            </a:r>
            <a:br/>
            <a:r>
              <a:t>  │</a:t>
            </a:r>
            <a:br/>
            <a:r>
              <a:t>  ├── [1/4] MCP迁移       config.json → config.toml  [[plugins]]</a:t>
            </a:r>
            <a:br/>
            <a:r>
              <a:t>  ├── [2/4] 会话迁移      重命名 + meta + telemetry + ckpt  四件套</a:t>
            </a:r>
            <a:br/>
            <a:r>
              <a:t>  ├── [3/4] 记忆迁移      memory/ → projects/&lt;slug&gt;/memory/ + MEMORY.md</a:t>
            </a:r>
            <a:br/>
            <a:r>
              <a:t>  └── [4/4] 历史发现      独立topic_id + 清标题文件 + 放迁移标记</a:t>
            </a:r>
            <a:br/>
            <a:r>
              <a:t>                         → 侧边栏干净，历史列表全量，打开即对话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1800" b="1">
                <a:solidFill>
                  <a:srgbClr val="4FC3F7"/>
                </a:solidFill>
              </a:defRPr>
            </a:pPr>
            <a:r>
              <a:t>🔀  双场景共享后四步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场景 [1] 标准升级：扫描 C:\Users\*\.reasonix\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场景 [2] 便携升级：取脚本所在目录的 .reasonix\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两者只在第一步分叉，后续逻辑完全统一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维护一条代码，覆盖两种场景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661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1800" b="1">
                <a:solidFill>
                  <a:srgbClr val="4FC3F7"/>
                </a:solidFill>
              </a:defRPr>
            </a:pPr>
            <a:r>
              <a:t>⚡  编码安全措施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全程 [IO.File]::WriteAllText  + 无 BOM 编码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读取时检测 BOM: if ($txt[0] -eq 0xFEFF) { 跳过 }</a:t>
            </a:r>
          </a:p>
          <a:p>
            <a:pPr>
              <a:spcAft>
                <a:spcPts val="200"/>
              </a:spcAft>
              <a:defRPr sz="1500">
                <a:solidFill>
                  <a:srgbClr val="2D2D3F"/>
                </a:solidFill>
              </a:defRPr>
            </a:pPr>
            <a:r>
              <a:t>     不再使用 Set-Content -Encoding UTF8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使用方法 — 场景一：标准升级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🖥  适用：C 盘安装版 0.53 → 已装新版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1  确保新版 Reasonix 已安装并至少启动过一次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2  双击「0.53配置迁移到1.X.bat」→ 选择 [1]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3  工具自动检测 C 盘数据，执行迁移（数秒完成）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4  启动新版 Reasonix → 点击「历史对话」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✅  效果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侧边栏不受影响（保持新版原生内容）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历史对话列表显示全部迁移会话，每个保留原标题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「打开会话」可继续未完成的对话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对话指标（token/缓存/费用/依赖文件）完整迁移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使用方法 — 场景二：便携版升级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</a:p>
          <a:p>
            <a:pPr>
              <a:defRPr sz="2200" b="1">
                <a:solidFill>
                  <a:srgbClr val="4FC3F7"/>
                </a:solidFill>
              </a:defRPr>
            </a:pPr>
            <a:r>
              <a:t>💾  适用：U 盘 / 同步盘便携版 0.53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1  把 bat + ps1 两个文件复制到便携版 Reasonix 根目录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2  在便携版目录内双击 bat → 选择 [2]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3  工具自动读取当前目录的 .reasonix 数据</a:t>
            </a: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4  启动新版 Reasonix → 点击「历史对话」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400"/>
              </a:spcAft>
            </a:pPr>
          </a:p>
          <a:p>
            <a:pPr>
              <a:defRPr sz="2000" b="1">
                <a:solidFill>
                  <a:srgbClr val="4FC3F7"/>
                </a:solidFill>
              </a:defRPr>
            </a:pPr>
            <a:r>
              <a:t>⚠  注意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bat 文件必须放在便携版根目录下运行</a:t>
            </a:r>
          </a:p>
          <a:p>
            <a:pPr>
              <a:spcAft>
                <a:spcPts val="200"/>
              </a:spcAft>
              <a:defRPr sz="1800">
                <a:solidFill>
                  <a:srgbClr val="2D2D3F"/>
                </a:solidFill>
              </a:defRPr>
            </a:pPr>
            <a:r>
              <a:t>     不要在 C 盘迁移工具目录下选 [2]——那边没有便携版数据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总结：踩过的坑 = 学到的经验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根因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645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1645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耗时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meta 字段名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240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Go struct tag 是 snake_case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40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抄源码字段名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240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telemetry 不显示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requestCount:0 不触发加载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填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30min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会话打不开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429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PowerShell BOM vs Go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429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无BOM编码写文件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4290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2h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侧边栏刷屏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023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orderedTopicIDs 遍历 titleMap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23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清空title文件+标记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0233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3h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标题全是你好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标题文件缺失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保留老版 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6177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3F"/>
                </a:solidFill>
              </a:defRPr>
            </a:pPr>
            <a:r>
              <a:t>1h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C4DFF"/>
                </a:solidFill>
              </a:defRPr>
            </a:pPr>
            <a:r>
              <a:t>核心原则：不猜 — 读源码。新版所有行为都能在 GitHub Go 源码中找到答案。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Reasonix Migration Assistant  |  github.com/CS-Faith/reasonix-migration-assistant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谢谢</a:t>
            </a:r>
          </a:p>
          <a:p>
            <a:pPr algn="ctr">
              <a:spcBef>
                <a:spcPts val="1600"/>
              </a:spcBef>
              <a:defRPr sz="2400">
                <a:solidFill>
                  <a:srgbClr val="4FC3F7"/>
                </a:solidFill>
              </a:defRPr>
            </a:pPr>
            <a:r>
              <a:t>你的旧对话，值得在新世界里继续</a:t>
            </a:r>
          </a:p>
          <a:p>
            <a:pPr algn="ctr">
              <a:spcBef>
                <a:spcPts val="4000"/>
              </a:spcBef>
              <a:defRPr sz="1800">
                <a:solidFill>
                  <a:srgbClr val="88AAFF"/>
                </a:solidFill>
              </a:defRPr>
            </a:pPr>
            <a:r>
              <a:t>github.com/CS-Faith/reasonix-migration-assistant</a:t>
            </a:r>
          </a:p>
          <a:p>
            <a:pPr algn="ctr">
              <a:spcBef>
                <a:spcPts val="1000"/>
              </a:spcBef>
              <a:defRPr sz="1600">
                <a:solidFill>
                  <a:srgbClr val="999999"/>
                </a:solidFill>
              </a:defRPr>
            </a:pPr>
            <a:r>
              <a:t>MIT · 欢迎 Star / Fork / PR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